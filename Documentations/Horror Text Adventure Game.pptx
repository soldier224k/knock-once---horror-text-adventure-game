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eb7a4ffa9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ceb7a4ffa9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ceb7a4ffa9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ceb7a4ffa9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ceb7a4ffa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ceb7a4ffa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eb7a4ffa9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ceb7a4ffa9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aff573c996_1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3aff573c996_1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Problem #142 ·Horror Text Adventure Game</a:t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832">
                <a:solidFill>
                  <a:schemeClr val="lt1"/>
                </a:solidFill>
              </a:rPr>
              <a:t>B</a:t>
            </a:r>
            <a:r>
              <a:rPr b="1" lang="en-GB" sz="832">
                <a:solidFill>
                  <a:schemeClr val="lt1"/>
                </a:solidFill>
              </a:rPr>
              <a:t>y Raj Bharat Rasal</a:t>
            </a:r>
            <a:endParaRPr b="1" sz="832">
              <a:solidFill>
                <a:schemeClr val="lt1"/>
              </a:solidFill>
            </a:endParaRPr>
          </a:p>
        </p:txBody>
      </p:sp>
      <p:pic>
        <p:nvPicPr>
          <p:cNvPr id="55" name="Google Shape;55;p13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C0000"/>
                </a:solidFill>
              </a:rPr>
              <a:t>Problem Statement</a:t>
            </a:r>
            <a:endParaRPr b="1">
              <a:solidFill>
                <a:srgbClr val="CC0000"/>
              </a:solidFill>
            </a:endParaRPr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10000"/>
          </a:bodyPr>
          <a:lstStyle/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Most browser-based text adventure games </a:t>
            </a:r>
            <a:r>
              <a:rPr lang="en-GB">
                <a:highlight>
                  <a:schemeClr val="accent6"/>
                </a:highlight>
              </a:rPr>
              <a:t>fail to create genuine immersion</a:t>
            </a:r>
            <a:r>
              <a:rPr lang="en-GB"/>
              <a:t>. They use static UIs, cosmetic choices, and lack any sense of real consequence or threat. Players disengage quickly.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/>
              <a:t>There is </a:t>
            </a:r>
            <a:r>
              <a:rPr lang="en-GB">
                <a:highlight>
                  <a:schemeClr val="accent6"/>
                </a:highlight>
              </a:rPr>
              <a:t>no structured progression system</a:t>
            </a:r>
            <a:r>
              <a:rPr lang="en-GB"/>
              <a:t> — no health or sanity mechanics, no meaningful branching, no score tracking, and </a:t>
            </a:r>
            <a:r>
              <a:rPr lang="en-GB">
                <a:highlight>
                  <a:schemeClr val="accent6"/>
                </a:highlight>
              </a:rPr>
              <a:t>no way to replay with different outcomes.</a:t>
            </a:r>
            <a:endParaRPr>
              <a:highlight>
                <a:schemeClr val="accent6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-GB">
                <a:highlight>
                  <a:schemeClr val="accent6"/>
                </a:highlight>
              </a:rPr>
              <a:t>The objective is to design and build a responsive Horror Text Adventure Game</a:t>
            </a:r>
            <a:r>
              <a:rPr lang="en-GB"/>
              <a:t> in </a:t>
            </a:r>
            <a:r>
              <a:rPr lang="en-GB">
                <a:highlight>
                  <a:schemeClr val="accent6"/>
                </a:highlight>
              </a:rPr>
              <a:t>HTML-5,</a:t>
            </a:r>
            <a:r>
              <a:rPr lang="en-GB"/>
              <a:t> </a:t>
            </a:r>
            <a:r>
              <a:rPr lang="en-GB">
                <a:highlight>
                  <a:schemeClr val="accent6"/>
                </a:highlight>
              </a:rPr>
              <a:t>CSS, and JavaScript</a:t>
            </a:r>
            <a:r>
              <a:rPr lang="en-GB"/>
              <a:t> — featuring interactive decision paths, health/sanity stats, multiple endings, and a leaderboard with </a:t>
            </a:r>
            <a:r>
              <a:rPr lang="en-GB">
                <a:highlight>
                  <a:schemeClr val="accent6"/>
                </a:highlight>
              </a:rPr>
              <a:t>localStorage integration.</a:t>
            </a:r>
            <a:endParaRPr>
              <a:highlight>
                <a:schemeClr val="accent6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ctr">
              <a:spcBef>
                <a:spcPts val="0"/>
              </a:spcBef>
              <a:spcAft>
                <a:spcPts val="1200"/>
              </a:spcAft>
              <a:buNone/>
            </a:pPr>
            <a:r>
              <a:rPr lang="en-GB"/>
              <a:t>HTML-5 · CSS3 · JavaScript · No Framework · No Server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294000" y="80800"/>
            <a:ext cx="4045200" cy="44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n-GB" sz="2980">
                <a:solidFill>
                  <a:srgbClr val="CC0000"/>
                </a:solidFill>
              </a:rPr>
              <a:t>Solution</a:t>
            </a:r>
            <a:endParaRPr b="1" sz="2980">
              <a:solidFill>
                <a:srgbClr val="CC0000"/>
              </a:solidFill>
            </a:endParaRPr>
          </a:p>
        </p:txBody>
      </p:sp>
      <p:sp>
        <p:nvSpPr>
          <p:cNvPr id="67" name="Google Shape;67;p15"/>
          <p:cNvSpPr txBox="1"/>
          <p:nvPr>
            <p:ph idx="4294967295" type="body"/>
          </p:nvPr>
        </p:nvSpPr>
        <p:spPr>
          <a:xfrm>
            <a:off x="4932150" y="111675"/>
            <a:ext cx="3999900" cy="497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500">
                <a:solidFill>
                  <a:srgbClr val="A81B50"/>
                </a:solidFill>
              </a:rPr>
              <a:t>How It Solves the Problem</a:t>
            </a:r>
            <a:endParaRPr b="1" sz="2500">
              <a:solidFill>
                <a:srgbClr val="A81B50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35">
              <a:solidFill>
                <a:srgbClr val="A81B50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Immersive UI: crimson-on-black design, animated tarot card choices, typewriter prose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Real consequence: Dread/Safety stats shift with every decision and determine which ending the player reaches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Structured progression: 4 chapters with chapter splash transitions and escalating tension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Score tracking: final score calculated from Safety level, inverse Dread, and chapter reached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Leaderboard: persistent across browser sessions using localStorage key knock_once_v3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0861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>
                <a:solidFill>
                  <a:schemeClr val="dk1"/>
                </a:solidFill>
              </a:rPr>
              <a:t>Zero dead ends: all 40+ node references validated — every path resolves to a valid ending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5"/>
          <p:cNvSpPr txBox="1"/>
          <p:nvPr>
            <p:ph idx="1" type="subTitle"/>
          </p:nvPr>
        </p:nvSpPr>
        <p:spPr>
          <a:xfrm>
            <a:off x="265500" y="522400"/>
            <a:ext cx="4045200" cy="451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87">
                <a:solidFill>
                  <a:srgbClr val="A81B50"/>
                </a:solidFill>
              </a:rPr>
              <a:t>What Was Built</a:t>
            </a:r>
            <a:endParaRPr b="1" sz="1787">
              <a:solidFill>
                <a:srgbClr val="A81B50"/>
              </a:solidFill>
            </a:endParaRPr>
          </a:p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787">
              <a:solidFill>
                <a:srgbClr val="A81B50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A single-page browser application set in a Mumbai apartment at 11:00 PM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Player receives three knocks at the door — every choice they make drives two hidden stats: Dread (0–100) and Safety (0–100)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4 Chapters · 40+ Story Nodes · 9 Unique Endings (4 good, 5 bad)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30-second countdown timer per choice — auto-selects on timeout (panic mechanic)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Player's full name entered at start and spoken by the entity mid-story — personalised horror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Evil-eye chapter splash screens with full-bleed background image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4-track randomised horror audio playlist that loops for the game's full duration</a:t>
            </a:r>
            <a:endParaRPr sz="14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0832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-GB" sz="1400">
                <a:solidFill>
                  <a:schemeClr val="dk1"/>
                </a:solidFill>
              </a:rPr>
              <a:t>localStorage leaderboard — scores and outcomes saved across sessions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31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C0000"/>
                </a:solidFill>
              </a:rPr>
              <a:t>How It Works</a:t>
            </a:r>
            <a:endParaRPr b="1">
              <a:solidFill>
                <a:srgbClr val="CC0000"/>
              </a:solidFill>
            </a:endParaRPr>
          </a:p>
        </p:txBody>
      </p:sp>
      <p:pic>
        <p:nvPicPr>
          <p:cNvPr id="74" name="Google Shape;7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925" y="575950"/>
            <a:ext cx="9081075" cy="4527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61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CC0000"/>
                </a:solidFill>
              </a:rPr>
              <a:t>Conclusion</a:t>
            </a:r>
            <a:endParaRPr b="1">
              <a:solidFill>
                <a:srgbClr val="CC0000"/>
              </a:solidFill>
            </a:endParaRPr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618800"/>
            <a:ext cx="8520600" cy="449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Problem solved:</a:t>
            </a:r>
            <a:r>
              <a:rPr lang="en-GB" sz="1400">
                <a:solidFill>
                  <a:schemeClr val="dk1"/>
                </a:solidFill>
              </a:rPr>
              <a:t> KNOCK ONCE fully delivers on ITM Skills University Problem Statement #142. It is a responsive, browser-based horror adventure with branching decision paths, Dread/Safety health mechanics, nine unique endings, score tracking, and a localStorage leaderboard — all built with HTML-5, CSS3, and Vanilla JavaScript exactly as required.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Beyond the brief:</a:t>
            </a:r>
            <a:r>
              <a:rPr lang="en-GB" sz="1400">
                <a:solidFill>
                  <a:schemeClr val="dk1"/>
                </a:solidFill>
              </a:rPr>
              <a:t> The project goes further than the minimum requirements. It adds full-name personalisation (the entity speaks the player's own name), a programmatic SVG tarot card system, a punctuation-aware typewriter engine, a Fisher-Yates shuffled four-track audio playlist with narrative ordering, an evil-eye animated chapter splash, and a 30-second panic timer with auto-select on timeout.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What it demonstrates:</a:t>
            </a:r>
            <a:r>
              <a:rPr lang="en-GB" sz="1400">
                <a:solidFill>
                  <a:schemeClr val="dk1"/>
                </a:solidFill>
              </a:rPr>
              <a:t> KNOCK ONCE proves that a production-quality, atmosphere-driven interactive experience can be built entirely within the standard browser stack — no framework, no game engine, no server. It is a self-contained showcase of advanced front-end skills: state management, algorithmic animation, DOM-generated graphics, audio engineering, and narrative design — all unified in a single deployable file set.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81B50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lt1"/>
                </a:solidFill>
              </a:rPr>
              <a:t>Thank You</a:t>
            </a:r>
            <a:endParaRPr b="1">
              <a:solidFill>
                <a:schemeClr val="lt1"/>
              </a:solidFill>
            </a:endParaRPr>
          </a:p>
        </p:txBody>
      </p:sp>
      <p:pic>
        <p:nvPicPr>
          <p:cNvPr id="86" name="Google Shape;86;p18" title="downloa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62238" y="942350"/>
            <a:ext cx="3819525" cy="1200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